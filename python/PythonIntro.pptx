
<file path=[Content_Types].xml><?xml version="1.0" encoding="utf-8"?>
<Types xmlns="http://schemas.openxmlformats.org/package/2006/content-types">
  <Default Extension="jpeg" ContentType="image/jpeg"/>
  <Default Extension="org&amp;utm_campaign=parser&amp;utm_content=thumbnail" ContentType="image/png"/>
  <Default Extension="org&amp;utm_campaign=parser&amp;utm_content=thumbnail_unscaled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5.org&amp;utm_campaign=parser&amp;utm_content=thumbnail" ContentType="image/jpeg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6" r:id="rId4"/>
    <p:sldId id="277" r:id="rId5"/>
    <p:sldId id="278" r:id="rId6"/>
    <p:sldId id="258" r:id="rId7"/>
    <p:sldId id="259" r:id="rId8"/>
    <p:sldId id="260" r:id="rId9"/>
    <p:sldId id="261" r:id="rId10"/>
    <p:sldId id="279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62" r:id="rId21"/>
    <p:sldId id="272" r:id="rId22"/>
    <p:sldId id="273" r:id="rId23"/>
    <p:sldId id="274" r:id="rId24"/>
    <p:sldId id="27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08"/>
    <p:restoredTop sz="96266"/>
  </p:normalViewPr>
  <p:slideViewPr>
    <p:cSldViewPr snapToGrid="0">
      <p:cViewPr varScale="1">
        <p:scale>
          <a:sx n="126" d="100"/>
          <a:sy n="126" d="100"/>
        </p:scale>
        <p:origin x="6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custSel addSld modSld">
      <pc:chgData name="Toby Donaldson" userId="2e6e5431-bb17-4c41-9985-d39c50d83c73" providerId="ADAL" clId="{F31BC264-820E-54C4-A6D1-F92AF9CC222E}" dt="2026-09-09T17:09:29.095" v="156" actId="21"/>
      <pc:docMkLst>
        <pc:docMk/>
      </pc:docMkLst>
      <pc:sldChg chg="modSp mod">
        <pc:chgData name="Toby Donaldson" userId="2e6e5431-bb17-4c41-9985-d39c50d83c73" providerId="ADAL" clId="{F31BC264-820E-54C4-A6D1-F92AF9CC222E}" dt="2026-09-09T17:05:05.108" v="5" actId="20577"/>
        <pc:sldMkLst>
          <pc:docMk/>
          <pc:sldMk cId="3882066604" sldId="257"/>
        </pc:sldMkLst>
        <pc:spChg chg="mod">
          <ac:chgData name="Toby Donaldson" userId="2e6e5431-bb17-4c41-9985-d39c50d83c73" providerId="ADAL" clId="{F31BC264-820E-54C4-A6D1-F92AF9CC222E}" dt="2026-09-09T17:05:05.108" v="5" actId="20577"/>
          <ac:spMkLst>
            <pc:docMk/>
            <pc:sldMk cId="3882066604" sldId="257"/>
            <ac:spMk id="3" creationId="{3D0D92EC-EF6B-87D9-B8C2-4378B9BB5D7B}"/>
          </ac:spMkLst>
        </pc:spChg>
      </pc:sldChg>
      <pc:sldChg chg="modSp mod">
        <pc:chgData name="Toby Donaldson" userId="2e6e5431-bb17-4c41-9985-d39c50d83c73" providerId="ADAL" clId="{F31BC264-820E-54C4-A6D1-F92AF9CC222E}" dt="2026-09-09T17:06:47.399" v="21" actId="20577"/>
        <pc:sldMkLst>
          <pc:docMk/>
          <pc:sldMk cId="3378692664" sldId="260"/>
        </pc:sldMkLst>
        <pc:spChg chg="mod">
          <ac:chgData name="Toby Donaldson" userId="2e6e5431-bb17-4c41-9985-d39c50d83c73" providerId="ADAL" clId="{F31BC264-820E-54C4-A6D1-F92AF9CC222E}" dt="2026-09-09T17:06:47.399" v="21" actId="20577"/>
          <ac:spMkLst>
            <pc:docMk/>
            <pc:sldMk cId="3378692664" sldId="260"/>
            <ac:spMk id="3" creationId="{64B84B77-0FD8-D56A-EE91-0F618FDAFFF8}"/>
          </ac:spMkLst>
        </pc:spChg>
      </pc:sldChg>
      <pc:sldChg chg="modSp mod">
        <pc:chgData name="Toby Donaldson" userId="2e6e5431-bb17-4c41-9985-d39c50d83c73" providerId="ADAL" clId="{F31BC264-820E-54C4-A6D1-F92AF9CC222E}" dt="2026-09-09T17:07:00.457" v="24" actId="20577"/>
        <pc:sldMkLst>
          <pc:docMk/>
          <pc:sldMk cId="1714044195" sldId="261"/>
        </pc:sldMkLst>
        <pc:spChg chg="mod">
          <ac:chgData name="Toby Donaldson" userId="2e6e5431-bb17-4c41-9985-d39c50d83c73" providerId="ADAL" clId="{F31BC264-820E-54C4-A6D1-F92AF9CC222E}" dt="2026-09-09T17:07:00.457" v="24" actId="20577"/>
          <ac:spMkLst>
            <pc:docMk/>
            <pc:sldMk cId="1714044195" sldId="261"/>
            <ac:spMk id="3" creationId="{7E38AC56-E7BF-C483-FD5A-73282855C224}"/>
          </ac:spMkLst>
        </pc:spChg>
      </pc:sldChg>
      <pc:sldChg chg="modSp mod">
        <pc:chgData name="Toby Donaldson" userId="2e6e5431-bb17-4c41-9985-d39c50d83c73" providerId="ADAL" clId="{F31BC264-820E-54C4-A6D1-F92AF9CC222E}" dt="2026-09-09T17:08:52.737" v="152" actId="1076"/>
        <pc:sldMkLst>
          <pc:docMk/>
          <pc:sldMk cId="195079182" sldId="264"/>
        </pc:sldMkLst>
        <pc:picChg chg="mod">
          <ac:chgData name="Toby Donaldson" userId="2e6e5431-bb17-4c41-9985-d39c50d83c73" providerId="ADAL" clId="{F31BC264-820E-54C4-A6D1-F92AF9CC222E}" dt="2026-09-09T17:08:52.737" v="152" actId="1076"/>
          <ac:picMkLst>
            <pc:docMk/>
            <pc:sldMk cId="195079182" sldId="264"/>
            <ac:picMk id="5" creationId="{4A34FCB8-5F5D-F88F-124D-E2AD4EB7A8E9}"/>
          </ac:picMkLst>
        </pc:picChg>
      </pc:sldChg>
      <pc:sldChg chg="delSp mod">
        <pc:chgData name="Toby Donaldson" userId="2e6e5431-bb17-4c41-9985-d39c50d83c73" providerId="ADAL" clId="{F31BC264-820E-54C4-A6D1-F92AF9CC222E}" dt="2026-09-09T17:08:06.453" v="141" actId="21"/>
        <pc:sldMkLst>
          <pc:docMk/>
          <pc:sldMk cId="345430048" sldId="265"/>
        </pc:sldMkLst>
        <pc:spChg chg="del">
          <ac:chgData name="Toby Donaldson" userId="2e6e5431-bb17-4c41-9985-d39c50d83c73" providerId="ADAL" clId="{F31BC264-820E-54C4-A6D1-F92AF9CC222E}" dt="2026-09-09T17:08:06.453" v="141" actId="21"/>
          <ac:spMkLst>
            <pc:docMk/>
            <pc:sldMk cId="345430048" sldId="265"/>
            <ac:spMk id="7" creationId="{0F03A1C9-9D76-3CE8-4637-59188B5CCBF4}"/>
          </ac:spMkLst>
        </pc:spChg>
      </pc:sldChg>
      <pc:sldChg chg="modSp mod">
        <pc:chgData name="Toby Donaldson" userId="2e6e5431-bb17-4c41-9985-d39c50d83c73" providerId="ADAL" clId="{F31BC264-820E-54C4-A6D1-F92AF9CC222E}" dt="2026-09-09T17:08:34.453" v="146" actId="1076"/>
        <pc:sldMkLst>
          <pc:docMk/>
          <pc:sldMk cId="302896912" sldId="266"/>
        </pc:sldMkLst>
        <pc:graphicFrameChg chg="modGraphic">
          <ac:chgData name="Toby Donaldson" userId="2e6e5431-bb17-4c41-9985-d39c50d83c73" providerId="ADAL" clId="{F31BC264-820E-54C4-A6D1-F92AF9CC222E}" dt="2026-09-09T17:08:17.499" v="142" actId="115"/>
          <ac:graphicFrameMkLst>
            <pc:docMk/>
            <pc:sldMk cId="302896912" sldId="266"/>
            <ac:graphicFrameMk id="4" creationId="{FE348C23-9007-16C3-7F93-9CBE18AD5589}"/>
          </ac:graphicFrameMkLst>
        </pc:graphicFrameChg>
        <pc:picChg chg="mod">
          <ac:chgData name="Toby Donaldson" userId="2e6e5431-bb17-4c41-9985-d39c50d83c73" providerId="ADAL" clId="{F31BC264-820E-54C4-A6D1-F92AF9CC222E}" dt="2026-09-09T17:08:34.453" v="146" actId="1076"/>
          <ac:picMkLst>
            <pc:docMk/>
            <pc:sldMk cId="302896912" sldId="266"/>
            <ac:picMk id="5" creationId="{8467E06F-E8BB-16A8-ABB2-8E6DAB17F3CD}"/>
          </ac:picMkLst>
        </pc:picChg>
      </pc:sldChg>
      <pc:sldChg chg="modSp mod">
        <pc:chgData name="Toby Donaldson" userId="2e6e5431-bb17-4c41-9985-d39c50d83c73" providerId="ADAL" clId="{F31BC264-820E-54C4-A6D1-F92AF9CC222E}" dt="2026-09-09T17:09:15.743" v="153" actId="14100"/>
        <pc:sldMkLst>
          <pc:docMk/>
          <pc:sldMk cId="1549212929" sldId="268"/>
        </pc:sldMkLst>
        <pc:picChg chg="mod">
          <ac:chgData name="Toby Donaldson" userId="2e6e5431-bb17-4c41-9985-d39c50d83c73" providerId="ADAL" clId="{F31BC264-820E-54C4-A6D1-F92AF9CC222E}" dt="2026-09-09T17:09:15.743" v="153" actId="14100"/>
          <ac:picMkLst>
            <pc:docMk/>
            <pc:sldMk cId="1549212929" sldId="268"/>
            <ac:picMk id="8" creationId="{7CC3ACD0-31CB-432C-5D03-AA9CD85E6F2E}"/>
          </ac:picMkLst>
        </pc:picChg>
      </pc:sldChg>
      <pc:sldChg chg="addSp delSp modSp mod">
        <pc:chgData name="Toby Donaldson" userId="2e6e5431-bb17-4c41-9985-d39c50d83c73" providerId="ADAL" clId="{F31BC264-820E-54C4-A6D1-F92AF9CC222E}" dt="2026-09-09T17:09:29.095" v="156" actId="21"/>
        <pc:sldMkLst>
          <pc:docMk/>
          <pc:sldMk cId="1355049006" sldId="269"/>
        </pc:sldMkLst>
        <pc:spChg chg="add del mod">
          <ac:chgData name="Toby Donaldson" userId="2e6e5431-bb17-4c41-9985-d39c50d83c73" providerId="ADAL" clId="{F31BC264-820E-54C4-A6D1-F92AF9CC222E}" dt="2026-09-09T17:09:29.095" v="156" actId="21"/>
          <ac:spMkLst>
            <pc:docMk/>
            <pc:sldMk cId="1355049006" sldId="269"/>
            <ac:spMk id="4" creationId="{834157AB-48B9-F966-C280-91B41E366D25}"/>
          </ac:spMkLst>
        </pc:spChg>
        <pc:spChg chg="del mod">
          <ac:chgData name="Toby Donaldson" userId="2e6e5431-bb17-4c41-9985-d39c50d83c73" providerId="ADAL" clId="{F31BC264-820E-54C4-A6D1-F92AF9CC222E}" dt="2026-09-09T17:09:27.175" v="155" actId="21"/>
          <ac:spMkLst>
            <pc:docMk/>
            <pc:sldMk cId="1355049006" sldId="269"/>
            <ac:spMk id="7" creationId="{DB532FAD-F0E2-2DBF-E82C-FAF0D61C7492}"/>
          </ac:spMkLst>
        </pc:spChg>
      </pc:sldChg>
      <pc:sldChg chg="modSp add mod">
        <pc:chgData name="Toby Donaldson" userId="2e6e5431-bb17-4c41-9985-d39c50d83c73" providerId="ADAL" clId="{F31BC264-820E-54C4-A6D1-F92AF9CC222E}" dt="2026-09-09T17:05:23.631" v="9" actId="20577"/>
        <pc:sldMkLst>
          <pc:docMk/>
          <pc:sldMk cId="818948213" sldId="276"/>
        </pc:sldMkLst>
        <pc:spChg chg="mod">
          <ac:chgData name="Toby Donaldson" userId="2e6e5431-bb17-4c41-9985-d39c50d83c73" providerId="ADAL" clId="{F31BC264-820E-54C4-A6D1-F92AF9CC222E}" dt="2026-09-09T17:05:23.631" v="9" actId="20577"/>
          <ac:spMkLst>
            <pc:docMk/>
            <pc:sldMk cId="818948213" sldId="276"/>
            <ac:spMk id="3" creationId="{266387C5-BE2D-B798-55FA-B10E30FF4D01}"/>
          </ac:spMkLst>
        </pc:spChg>
      </pc:sldChg>
      <pc:sldChg chg="modSp add mod">
        <pc:chgData name="Toby Donaldson" userId="2e6e5431-bb17-4c41-9985-d39c50d83c73" providerId="ADAL" clId="{F31BC264-820E-54C4-A6D1-F92AF9CC222E}" dt="2026-09-09T17:05:36.069" v="11" actId="20577"/>
        <pc:sldMkLst>
          <pc:docMk/>
          <pc:sldMk cId="1089380561" sldId="277"/>
        </pc:sldMkLst>
        <pc:spChg chg="mod">
          <ac:chgData name="Toby Donaldson" userId="2e6e5431-bb17-4c41-9985-d39c50d83c73" providerId="ADAL" clId="{F31BC264-820E-54C4-A6D1-F92AF9CC222E}" dt="2026-09-09T17:05:36.069" v="11" actId="20577"/>
          <ac:spMkLst>
            <pc:docMk/>
            <pc:sldMk cId="1089380561" sldId="277"/>
            <ac:spMk id="3" creationId="{0EF5B689-9105-7349-C1B4-A0457F81D291}"/>
          </ac:spMkLst>
        </pc:spChg>
      </pc:sldChg>
      <pc:sldChg chg="add">
        <pc:chgData name="Toby Donaldson" userId="2e6e5431-bb17-4c41-9985-d39c50d83c73" providerId="ADAL" clId="{F31BC264-820E-54C4-A6D1-F92AF9CC222E}" dt="2026-09-09T17:05:29.736" v="10" actId="2890"/>
        <pc:sldMkLst>
          <pc:docMk/>
          <pc:sldMk cId="1837298015" sldId="278"/>
        </pc:sldMkLst>
      </pc:sldChg>
      <pc:sldChg chg="modSp add mod">
        <pc:chgData name="Toby Donaldson" userId="2e6e5431-bb17-4c41-9985-d39c50d83c73" providerId="ADAL" clId="{F31BC264-820E-54C4-A6D1-F92AF9CC222E}" dt="2026-09-09T17:07:46.880" v="140" actId="5793"/>
        <pc:sldMkLst>
          <pc:docMk/>
          <pc:sldMk cId="2598496854" sldId="279"/>
        </pc:sldMkLst>
        <pc:spChg chg="mod">
          <ac:chgData name="Toby Donaldson" userId="2e6e5431-bb17-4c41-9985-d39c50d83c73" providerId="ADAL" clId="{F31BC264-820E-54C4-A6D1-F92AF9CC222E}" dt="2026-09-09T17:07:46.880" v="140" actId="5793"/>
          <ac:spMkLst>
            <pc:docMk/>
            <pc:sldMk cId="2598496854" sldId="279"/>
            <ac:spMk id="3" creationId="{F79ACE95-D459-2473-BBA8-DC3C2BFF366C}"/>
          </ac:spMkLst>
        </pc:spChg>
      </pc:sldChg>
    </pc:docChg>
  </pc:docChgLst>
  <pc:docChgLst>
    <pc:chgData name="Toby Donaldson" userId="2e6e5431-bb17-4c41-9985-d39c50d83c73" providerId="ADAL" clId="{7F9681A8-EEE2-56F4-9B39-ECCBEE0471AC}"/>
    <pc:docChg chg="undo custSel addSld modSld sldOrd">
      <pc:chgData name="Toby Donaldson" userId="2e6e5431-bb17-4c41-9985-d39c50d83c73" providerId="ADAL" clId="{7F9681A8-EEE2-56F4-9B39-ECCBEE0471AC}" dt="2026-09-05T21:32:19.792" v="3701" actId="113"/>
      <pc:docMkLst>
        <pc:docMk/>
      </pc:docMkLst>
      <pc:sldChg chg="modSp mod">
        <pc:chgData name="Toby Donaldson" userId="2e6e5431-bb17-4c41-9985-d39c50d83c73" providerId="ADAL" clId="{7F9681A8-EEE2-56F4-9B39-ECCBEE0471AC}" dt="2026-08-11T23:01:19.344" v="176" actId="20577"/>
        <pc:sldMkLst>
          <pc:docMk/>
          <pc:sldMk cId="2285235809" sldId="258"/>
        </pc:sldMkLst>
        <pc:spChg chg="mod">
          <ac:chgData name="Toby Donaldson" userId="2e6e5431-bb17-4c41-9985-d39c50d83c73" providerId="ADAL" clId="{7F9681A8-EEE2-56F4-9B39-ECCBEE0471AC}" dt="2026-08-11T23:01:19.344" v="176" actId="20577"/>
          <ac:spMkLst>
            <pc:docMk/>
            <pc:sldMk cId="2285235809" sldId="258"/>
            <ac:spMk id="3" creationId="{C249A91B-1AF2-5860-51B3-0F961377191C}"/>
          </ac:spMkLst>
        </pc:spChg>
      </pc:sldChg>
      <pc:sldChg chg="modSp mod">
        <pc:chgData name="Toby Donaldson" userId="2e6e5431-bb17-4c41-9985-d39c50d83c73" providerId="ADAL" clId="{7F9681A8-EEE2-56F4-9B39-ECCBEE0471AC}" dt="2026-09-05T21:31:02.628" v="3696" actId="20577"/>
        <pc:sldMkLst>
          <pc:docMk/>
          <pc:sldMk cId="2983885050" sldId="259"/>
        </pc:sldMkLst>
        <pc:spChg chg="mod">
          <ac:chgData name="Toby Donaldson" userId="2e6e5431-bb17-4c41-9985-d39c50d83c73" providerId="ADAL" clId="{7F9681A8-EEE2-56F4-9B39-ECCBEE0471AC}" dt="2026-09-05T21:31:02.628" v="3696" actId="20577"/>
          <ac:spMkLst>
            <pc:docMk/>
            <pc:sldMk cId="2983885050" sldId="259"/>
            <ac:spMk id="3" creationId="{843068ED-BB18-52BE-8612-9CB7157D0305}"/>
          </ac:spMkLst>
        </pc:spChg>
      </pc:sldChg>
      <pc:sldChg chg="modSp mod">
        <pc:chgData name="Toby Donaldson" userId="2e6e5431-bb17-4c41-9985-d39c50d83c73" providerId="ADAL" clId="{7F9681A8-EEE2-56F4-9B39-ECCBEE0471AC}" dt="2026-09-05T21:31:12.485" v="3698" actId="20577"/>
        <pc:sldMkLst>
          <pc:docMk/>
          <pc:sldMk cId="3378692664" sldId="260"/>
        </pc:sldMkLst>
        <pc:spChg chg="mod">
          <ac:chgData name="Toby Donaldson" userId="2e6e5431-bb17-4c41-9985-d39c50d83c73" providerId="ADAL" clId="{7F9681A8-EEE2-56F4-9B39-ECCBEE0471AC}" dt="2026-09-05T21:31:12.485" v="3698" actId="20577"/>
          <ac:spMkLst>
            <pc:docMk/>
            <pc:sldMk cId="3378692664" sldId="260"/>
            <ac:spMk id="3" creationId="{64B84B77-0FD8-D56A-EE91-0F618FDAFFF8}"/>
          </ac:spMkLst>
        </pc:spChg>
      </pc:sldChg>
      <pc:sldChg chg="addSp modSp new mod ord">
        <pc:chgData name="Toby Donaldson" userId="2e6e5431-bb17-4c41-9985-d39c50d83c73" providerId="ADAL" clId="{7F9681A8-EEE2-56F4-9B39-ECCBEE0471AC}" dt="2026-08-12T00:07:49.974" v="3583" actId="1076"/>
        <pc:sldMkLst>
          <pc:docMk/>
          <pc:sldMk cId="103542683" sldId="262"/>
        </pc:sldMkLst>
        <pc:spChg chg="mod">
          <ac:chgData name="Toby Donaldson" userId="2e6e5431-bb17-4c41-9985-d39c50d83c73" providerId="ADAL" clId="{7F9681A8-EEE2-56F4-9B39-ECCBEE0471AC}" dt="2026-08-11T23:02:36.092" v="192" actId="20577"/>
          <ac:spMkLst>
            <pc:docMk/>
            <pc:sldMk cId="103542683" sldId="262"/>
            <ac:spMk id="2" creationId="{FA3111DA-7F92-CE61-7996-DAF284BB3E47}"/>
          </ac:spMkLst>
        </pc:spChg>
        <pc:spChg chg="mod">
          <ac:chgData name="Toby Donaldson" userId="2e6e5431-bb17-4c41-9985-d39c50d83c73" providerId="ADAL" clId="{7F9681A8-EEE2-56F4-9B39-ECCBEE0471AC}" dt="2026-08-11T23:50:35.318" v="2153" actId="20577"/>
          <ac:spMkLst>
            <pc:docMk/>
            <pc:sldMk cId="103542683" sldId="262"/>
            <ac:spMk id="3" creationId="{EC0346BA-7045-BA5F-761D-334BD2B8F743}"/>
          </ac:spMkLst>
        </pc:spChg>
        <pc:picChg chg="add mod">
          <ac:chgData name="Toby Donaldson" userId="2e6e5431-bb17-4c41-9985-d39c50d83c73" providerId="ADAL" clId="{7F9681A8-EEE2-56F4-9B39-ECCBEE0471AC}" dt="2026-08-12T00:07:49.974" v="3583" actId="1076"/>
          <ac:picMkLst>
            <pc:docMk/>
            <pc:sldMk cId="103542683" sldId="262"/>
            <ac:picMk id="4" creationId="{94048353-763D-5EA9-1420-E9C93E77DD2D}"/>
          </ac:picMkLst>
        </pc:picChg>
        <pc:picChg chg="add mod">
          <ac:chgData name="Toby Donaldson" userId="2e6e5431-bb17-4c41-9985-d39c50d83c73" providerId="ADAL" clId="{7F9681A8-EEE2-56F4-9B39-ECCBEE0471AC}" dt="2026-08-12T00:07:43.158" v="3582" actId="1076"/>
          <ac:picMkLst>
            <pc:docMk/>
            <pc:sldMk cId="103542683" sldId="262"/>
            <ac:picMk id="5" creationId="{8B026958-F7EA-9646-3B7D-73714A2DA91F}"/>
          </ac:picMkLst>
        </pc:picChg>
      </pc:sldChg>
      <pc:sldChg chg="addSp delSp modSp new mod">
        <pc:chgData name="Toby Donaldson" userId="2e6e5431-bb17-4c41-9985-d39c50d83c73" providerId="ADAL" clId="{7F9681A8-EEE2-56F4-9B39-ECCBEE0471AC}" dt="2026-08-11T23:07:42.344" v="311" actId="21"/>
        <pc:sldMkLst>
          <pc:docMk/>
          <pc:sldMk cId="2806323913" sldId="263"/>
        </pc:sldMkLst>
        <pc:spChg chg="mod">
          <ac:chgData name="Toby Donaldson" userId="2e6e5431-bb17-4c41-9985-d39c50d83c73" providerId="ADAL" clId="{7F9681A8-EEE2-56F4-9B39-ECCBEE0471AC}" dt="2026-08-11T23:03:34.904" v="282" actId="20577"/>
          <ac:spMkLst>
            <pc:docMk/>
            <pc:sldMk cId="2806323913" sldId="263"/>
            <ac:spMk id="2" creationId="{85165E68-B099-28EA-8CDC-50BE56681467}"/>
          </ac:spMkLst>
        </pc:spChg>
        <pc:spChg chg="add mod">
          <ac:chgData name="Toby Donaldson" userId="2e6e5431-bb17-4c41-9985-d39c50d83c73" providerId="ADAL" clId="{7F9681A8-EEE2-56F4-9B39-ECCBEE0471AC}" dt="2026-08-11T23:07:42.344" v="311" actId="21"/>
          <ac:spMkLst>
            <pc:docMk/>
            <pc:sldMk cId="2806323913" sldId="263"/>
            <ac:spMk id="7" creationId="{247EB9EF-1B24-C927-B6E2-1BE0D1D10DFB}"/>
          </ac:spMkLst>
        </pc:spChg>
      </pc:sldChg>
      <pc:sldChg chg="add">
        <pc:chgData name="Toby Donaldson" userId="2e6e5431-bb17-4c41-9985-d39c50d83c73" providerId="ADAL" clId="{7F9681A8-EEE2-56F4-9B39-ECCBEE0471AC}" dt="2026-08-11T23:07:38.850" v="310" actId="2890"/>
        <pc:sldMkLst>
          <pc:docMk/>
          <pc:sldMk cId="195079182" sldId="264"/>
        </pc:sldMkLst>
      </pc:sldChg>
      <pc:sldChg chg="addSp delSp modSp new mod">
        <pc:chgData name="Toby Donaldson" userId="2e6e5431-bb17-4c41-9985-d39c50d83c73" providerId="ADAL" clId="{7F9681A8-EEE2-56F4-9B39-ECCBEE0471AC}" dt="2026-08-11T23:13:47.930" v="409" actId="21"/>
        <pc:sldMkLst>
          <pc:docMk/>
          <pc:sldMk cId="345430048" sldId="265"/>
        </pc:sldMkLst>
        <pc:spChg chg="mod">
          <ac:chgData name="Toby Donaldson" userId="2e6e5431-bb17-4c41-9985-d39c50d83c73" providerId="ADAL" clId="{7F9681A8-EEE2-56F4-9B39-ECCBEE0471AC}" dt="2026-08-11T23:07:58.211" v="330" actId="20577"/>
          <ac:spMkLst>
            <pc:docMk/>
            <pc:sldMk cId="345430048" sldId="265"/>
            <ac:spMk id="2" creationId="{F7A982FB-DB5D-7D21-59BE-002DB7877CE3}"/>
          </ac:spMkLst>
        </pc:spChg>
        <pc:spChg chg="add mod">
          <ac:chgData name="Toby Donaldson" userId="2e6e5431-bb17-4c41-9985-d39c50d83c73" providerId="ADAL" clId="{7F9681A8-EEE2-56F4-9B39-ECCBEE0471AC}" dt="2026-08-11T23:13:47.930" v="409" actId="21"/>
          <ac:spMkLst>
            <pc:docMk/>
            <pc:sldMk cId="345430048" sldId="265"/>
            <ac:spMk id="7" creationId="{0F03A1C9-9D76-3CE8-4637-59188B5CCBF4}"/>
          </ac:spMkLst>
        </pc:spChg>
      </pc:sldChg>
      <pc:sldChg chg="add">
        <pc:chgData name="Toby Donaldson" userId="2e6e5431-bb17-4c41-9985-d39c50d83c73" providerId="ADAL" clId="{7F9681A8-EEE2-56F4-9B39-ECCBEE0471AC}" dt="2026-08-11T23:13:43.175" v="408" actId="2890"/>
        <pc:sldMkLst>
          <pc:docMk/>
          <pc:sldMk cId="302896912" sldId="266"/>
        </pc:sldMkLst>
      </pc:sldChg>
      <pc:sldChg chg="addSp delSp modSp new mod">
        <pc:chgData name="Toby Donaldson" userId="2e6e5431-bb17-4c41-9985-d39c50d83c73" providerId="ADAL" clId="{7F9681A8-EEE2-56F4-9B39-ECCBEE0471AC}" dt="2026-08-11T23:18:59.390" v="480" actId="21"/>
        <pc:sldMkLst>
          <pc:docMk/>
          <pc:sldMk cId="2330338437" sldId="267"/>
        </pc:sldMkLst>
        <pc:spChg chg="mod">
          <ac:chgData name="Toby Donaldson" userId="2e6e5431-bb17-4c41-9985-d39c50d83c73" providerId="ADAL" clId="{7F9681A8-EEE2-56F4-9B39-ECCBEE0471AC}" dt="2026-08-11T23:15:59.071" v="447" actId="20577"/>
          <ac:spMkLst>
            <pc:docMk/>
            <pc:sldMk cId="2330338437" sldId="267"/>
            <ac:spMk id="2" creationId="{862F9B66-8DD8-F2C1-221C-405B67E0EA2C}"/>
          </ac:spMkLst>
        </pc:spChg>
      </pc:sldChg>
      <pc:sldChg chg="add">
        <pc:chgData name="Toby Donaldson" userId="2e6e5431-bb17-4c41-9985-d39c50d83c73" providerId="ADAL" clId="{7F9681A8-EEE2-56F4-9B39-ECCBEE0471AC}" dt="2026-08-11T23:18:55.094" v="479" actId="2890"/>
        <pc:sldMkLst>
          <pc:docMk/>
          <pc:sldMk cId="1549212929" sldId="268"/>
        </pc:sldMkLst>
      </pc:sldChg>
      <pc:sldChg chg="addSp delSp modSp new mod">
        <pc:chgData name="Toby Donaldson" userId="2e6e5431-bb17-4c41-9985-d39c50d83c73" providerId="ADAL" clId="{7F9681A8-EEE2-56F4-9B39-ECCBEE0471AC}" dt="2026-08-11T23:22:27.373" v="532" actId="21"/>
        <pc:sldMkLst>
          <pc:docMk/>
          <pc:sldMk cId="1355049006" sldId="269"/>
        </pc:sldMkLst>
        <pc:spChg chg="mod">
          <ac:chgData name="Toby Donaldson" userId="2e6e5431-bb17-4c41-9985-d39c50d83c73" providerId="ADAL" clId="{7F9681A8-EEE2-56F4-9B39-ECCBEE0471AC}" dt="2026-08-11T23:19:45.077" v="502" actId="20577"/>
          <ac:spMkLst>
            <pc:docMk/>
            <pc:sldMk cId="1355049006" sldId="269"/>
            <ac:spMk id="2" creationId="{7132BE28-DEF9-E8F1-38DF-725C251C67B9}"/>
          </ac:spMkLst>
        </pc:spChg>
        <pc:spChg chg="add mod">
          <ac:chgData name="Toby Donaldson" userId="2e6e5431-bb17-4c41-9985-d39c50d83c73" providerId="ADAL" clId="{7F9681A8-EEE2-56F4-9B39-ECCBEE0471AC}" dt="2026-08-11T23:22:27.373" v="532" actId="21"/>
          <ac:spMkLst>
            <pc:docMk/>
            <pc:sldMk cId="1355049006" sldId="269"/>
            <ac:spMk id="7" creationId="{DB532FAD-F0E2-2DBF-E82C-FAF0D61C7492}"/>
          </ac:spMkLst>
        </pc:spChg>
      </pc:sldChg>
      <pc:sldChg chg="add">
        <pc:chgData name="Toby Donaldson" userId="2e6e5431-bb17-4c41-9985-d39c50d83c73" providerId="ADAL" clId="{7F9681A8-EEE2-56F4-9B39-ECCBEE0471AC}" dt="2026-08-11T23:22:24.112" v="531" actId="2890"/>
        <pc:sldMkLst>
          <pc:docMk/>
          <pc:sldMk cId="1553133976" sldId="270"/>
        </pc:sldMkLst>
      </pc:sldChg>
      <pc:sldChg chg="modSp new mod">
        <pc:chgData name="Toby Donaldson" userId="2e6e5431-bb17-4c41-9985-d39c50d83c73" providerId="ADAL" clId="{7F9681A8-EEE2-56F4-9B39-ECCBEE0471AC}" dt="2026-09-05T21:32:19.792" v="3701" actId="113"/>
        <pc:sldMkLst>
          <pc:docMk/>
          <pc:sldMk cId="2764083139" sldId="271"/>
        </pc:sldMkLst>
        <pc:spChg chg="mod">
          <ac:chgData name="Toby Donaldson" userId="2e6e5431-bb17-4c41-9985-d39c50d83c73" providerId="ADAL" clId="{7F9681A8-EEE2-56F4-9B39-ECCBEE0471AC}" dt="2026-08-11T23:23:27.723" v="561" actId="20577"/>
          <ac:spMkLst>
            <pc:docMk/>
            <pc:sldMk cId="2764083139" sldId="271"/>
            <ac:spMk id="2" creationId="{92033B7E-34C4-5E3D-BBB0-EB4B61E3DA0A}"/>
          </ac:spMkLst>
        </pc:spChg>
        <pc:spChg chg="mod">
          <ac:chgData name="Toby Donaldson" userId="2e6e5431-bb17-4c41-9985-d39c50d83c73" providerId="ADAL" clId="{7F9681A8-EEE2-56F4-9B39-ECCBEE0471AC}" dt="2026-09-05T21:32:19.792" v="3701" actId="113"/>
          <ac:spMkLst>
            <pc:docMk/>
            <pc:sldMk cId="2764083139" sldId="271"/>
            <ac:spMk id="3" creationId="{8A8B8FC8-E36F-F5C6-285D-7FB214F13E53}"/>
          </ac:spMkLst>
        </pc:spChg>
      </pc:sldChg>
      <pc:sldChg chg="addSp delSp modSp new mod modClrScheme chgLayout">
        <pc:chgData name="Toby Donaldson" userId="2e6e5431-bb17-4c41-9985-d39c50d83c73" providerId="ADAL" clId="{7F9681A8-EEE2-56F4-9B39-ECCBEE0471AC}" dt="2026-08-11T23:54:29.203" v="2162" actId="20577"/>
        <pc:sldMkLst>
          <pc:docMk/>
          <pc:sldMk cId="3970919259" sldId="272"/>
        </pc:sldMkLst>
        <pc:spChg chg="mod ord">
          <ac:chgData name="Toby Donaldson" userId="2e6e5431-bb17-4c41-9985-d39c50d83c73" providerId="ADAL" clId="{7F9681A8-EEE2-56F4-9B39-ECCBEE0471AC}" dt="2026-08-11T23:54:29.203" v="2162" actId="20577"/>
          <ac:spMkLst>
            <pc:docMk/>
            <pc:sldMk cId="3970919259" sldId="272"/>
            <ac:spMk id="2" creationId="{A0C73E2E-104E-1069-6F22-C83CBB8F032A}"/>
          </ac:spMkLst>
        </pc:spChg>
        <pc:spChg chg="add mod ord">
          <ac:chgData name="Toby Donaldson" userId="2e6e5431-bb17-4c41-9985-d39c50d83c73" providerId="ADAL" clId="{7F9681A8-EEE2-56F4-9B39-ECCBEE0471AC}" dt="2026-08-11T23:46:59.352" v="1762" actId="255"/>
          <ac:spMkLst>
            <pc:docMk/>
            <pc:sldMk cId="3970919259" sldId="272"/>
            <ac:spMk id="4" creationId="{9A33D6EA-A202-834C-57B0-5A5FDE9B88ED}"/>
          </ac:spMkLst>
        </pc:spChg>
        <pc:spChg chg="add mod ord">
          <ac:chgData name="Toby Donaldson" userId="2e6e5431-bb17-4c41-9985-d39c50d83c73" providerId="ADAL" clId="{7F9681A8-EEE2-56F4-9B39-ECCBEE0471AC}" dt="2026-08-11T23:50:54.271" v="2155" actId="20577"/>
          <ac:spMkLst>
            <pc:docMk/>
            <pc:sldMk cId="3970919259" sldId="272"/>
            <ac:spMk id="5" creationId="{0E20FF33-181B-EC51-163A-40EA4AA61A91}"/>
          </ac:spMkLst>
        </pc:spChg>
        <pc:spChg chg="add mod ord">
          <ac:chgData name="Toby Donaldson" userId="2e6e5431-bb17-4c41-9985-d39c50d83c73" providerId="ADAL" clId="{7F9681A8-EEE2-56F4-9B39-ECCBEE0471AC}" dt="2026-08-11T23:50:21.474" v="2147" actId="113"/>
          <ac:spMkLst>
            <pc:docMk/>
            <pc:sldMk cId="3970919259" sldId="272"/>
            <ac:spMk id="6" creationId="{D9323414-558F-F386-0643-ABA224D63B6C}"/>
          </ac:spMkLst>
        </pc:spChg>
        <pc:spChg chg="add mod ord">
          <ac:chgData name="Toby Donaldson" userId="2e6e5431-bb17-4c41-9985-d39c50d83c73" providerId="ADAL" clId="{7F9681A8-EEE2-56F4-9B39-ECCBEE0471AC}" dt="2026-08-11T23:47:14.373" v="1767" actId="113"/>
          <ac:spMkLst>
            <pc:docMk/>
            <pc:sldMk cId="3970919259" sldId="272"/>
            <ac:spMk id="7" creationId="{CB96185B-1AB7-8948-3544-C8F6C9AC5544}"/>
          </ac:spMkLst>
        </pc:spChg>
        <pc:spChg chg="add mod">
          <ac:chgData name="Toby Donaldson" userId="2e6e5431-bb17-4c41-9985-d39c50d83c73" providerId="ADAL" clId="{7F9681A8-EEE2-56F4-9B39-ECCBEE0471AC}" dt="2026-08-11T23:50:01.499" v="2141" actId="1076"/>
          <ac:spMkLst>
            <pc:docMk/>
            <pc:sldMk cId="3970919259" sldId="272"/>
            <ac:spMk id="8" creationId="{7A3738FC-F301-A779-A0EB-0EE2EA25C7BC}"/>
          </ac:spMkLst>
        </pc:spChg>
      </pc:sldChg>
      <pc:sldChg chg="addSp delSp modSp new mod modClrScheme chgLayout">
        <pc:chgData name="Toby Donaldson" userId="2e6e5431-bb17-4c41-9985-d39c50d83c73" providerId="ADAL" clId="{7F9681A8-EEE2-56F4-9B39-ECCBEE0471AC}" dt="2026-08-12T00:00:21.902" v="2936" actId="20577"/>
        <pc:sldMkLst>
          <pc:docMk/>
          <pc:sldMk cId="2154514143" sldId="273"/>
        </pc:sldMkLst>
        <pc:spChg chg="add mod ord">
          <ac:chgData name="Toby Donaldson" userId="2e6e5431-bb17-4c41-9985-d39c50d83c73" providerId="ADAL" clId="{7F9681A8-EEE2-56F4-9B39-ECCBEE0471AC}" dt="2026-08-11T23:55:04.500" v="2165"/>
          <ac:spMkLst>
            <pc:docMk/>
            <pc:sldMk cId="2154514143" sldId="273"/>
            <ac:spMk id="7" creationId="{846ADB13-FFD1-A81F-F201-D16FAE9F9717}"/>
          </ac:spMkLst>
        </pc:spChg>
        <pc:spChg chg="add mod ord">
          <ac:chgData name="Toby Donaldson" userId="2e6e5431-bb17-4c41-9985-d39c50d83c73" providerId="ADAL" clId="{7F9681A8-EEE2-56F4-9B39-ECCBEE0471AC}" dt="2026-08-12T00:00:21.902" v="2936" actId="20577"/>
          <ac:spMkLst>
            <pc:docMk/>
            <pc:sldMk cId="2154514143" sldId="273"/>
            <ac:spMk id="8" creationId="{162B180E-F088-40F3-5E20-6C13545A9E85}"/>
          </ac:spMkLst>
        </pc:spChg>
      </pc:sldChg>
      <pc:sldChg chg="addSp modSp new mod">
        <pc:chgData name="Toby Donaldson" userId="2e6e5431-bb17-4c41-9985-d39c50d83c73" providerId="ADAL" clId="{7F9681A8-EEE2-56F4-9B39-ECCBEE0471AC}" dt="2026-08-12T00:04:08.185" v="3115" actId="20577"/>
        <pc:sldMkLst>
          <pc:docMk/>
          <pc:sldMk cId="1607472191" sldId="274"/>
        </pc:sldMkLst>
        <pc:spChg chg="mod">
          <ac:chgData name="Toby Donaldson" userId="2e6e5431-bb17-4c41-9985-d39c50d83c73" providerId="ADAL" clId="{7F9681A8-EEE2-56F4-9B39-ECCBEE0471AC}" dt="2026-08-12T00:04:08.185" v="3115" actId="20577"/>
          <ac:spMkLst>
            <pc:docMk/>
            <pc:sldMk cId="1607472191" sldId="274"/>
            <ac:spMk id="2" creationId="{CA8081ED-F004-C55C-64F3-E5132B5F55D6}"/>
          </ac:spMkLst>
        </pc:spChg>
        <pc:spChg chg="mod">
          <ac:chgData name="Toby Donaldson" userId="2e6e5431-bb17-4c41-9985-d39c50d83c73" providerId="ADAL" clId="{7F9681A8-EEE2-56F4-9B39-ECCBEE0471AC}" dt="2026-08-12T00:02:29.416" v="3009" actId="20577"/>
          <ac:spMkLst>
            <pc:docMk/>
            <pc:sldMk cId="1607472191" sldId="274"/>
            <ac:spMk id="3" creationId="{81F6CDED-C118-8378-7D75-4A45326BD860}"/>
          </ac:spMkLst>
        </pc:spChg>
        <pc:spChg chg="add mod">
          <ac:chgData name="Toby Donaldson" userId="2e6e5431-bb17-4c41-9985-d39c50d83c73" providerId="ADAL" clId="{7F9681A8-EEE2-56F4-9B39-ECCBEE0471AC}" dt="2026-08-12T00:03:31.793" v="3113" actId="1076"/>
          <ac:spMkLst>
            <pc:docMk/>
            <pc:sldMk cId="1607472191" sldId="274"/>
            <ac:spMk id="4" creationId="{EF13F5FF-99D9-6712-2AAD-9B68FF1955B7}"/>
          </ac:spMkLst>
        </pc:spChg>
      </pc:sldChg>
      <pc:sldChg chg="modSp new mod">
        <pc:chgData name="Toby Donaldson" userId="2e6e5431-bb17-4c41-9985-d39c50d83c73" providerId="ADAL" clId="{7F9681A8-EEE2-56F4-9B39-ECCBEE0471AC}" dt="2026-08-12T03:51:07.917" v="3659"/>
        <pc:sldMkLst>
          <pc:docMk/>
          <pc:sldMk cId="2560006237" sldId="275"/>
        </pc:sldMkLst>
        <pc:spChg chg="mod">
          <ac:chgData name="Toby Donaldson" userId="2e6e5431-bb17-4c41-9985-d39c50d83c73" providerId="ADAL" clId="{7F9681A8-EEE2-56F4-9B39-ECCBEE0471AC}" dt="2026-08-12T00:04:12.880" v="3129" actId="20577"/>
          <ac:spMkLst>
            <pc:docMk/>
            <pc:sldMk cId="2560006237" sldId="275"/>
            <ac:spMk id="2" creationId="{8D94AB70-6983-E75A-5DE7-D84C5E274A4D}"/>
          </ac:spMkLst>
        </pc:spChg>
        <pc:spChg chg="mod">
          <ac:chgData name="Toby Donaldson" userId="2e6e5431-bb17-4c41-9985-d39c50d83c73" providerId="ADAL" clId="{7F9681A8-EEE2-56F4-9B39-ECCBEE0471AC}" dt="2026-08-12T03:51:07.917" v="3659"/>
          <ac:spMkLst>
            <pc:docMk/>
            <pc:sldMk cId="2560006237" sldId="275"/>
            <ac:spMk id="3" creationId="{AEAAC666-90C7-3B5C-DA7C-89FCE6F5CCF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D33E4-2064-2364-4274-9EBB19EEF1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A0FF17-8840-D9DD-553F-1B5FDD798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AE6ED-A60E-0D4B-7978-79B04923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DCB44-A8C1-90BE-0A06-0FA345560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2AD1D-0260-0E96-134B-3CD27A681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292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A46CA-2BC9-0934-FC37-BAAD1B824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4B417-1F1B-ADC2-43E2-9B2EDCDF2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70FA3-6A8A-23DA-2E04-CB965C48A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9FF95-5547-CE6D-5570-BEB1615BE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16D99-85E7-3502-F0D5-984CF0844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192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4E75A-310F-12B9-4FF0-730596AD0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F4B8E-2BF9-C104-EADE-796659EA9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5B294-31AB-9B76-85AD-7D7575A54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3FF75-B13C-16C4-BA79-747CDA76A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3413D-0879-FF43-3474-0B4C91DA1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879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87B37-EE6F-D303-F92A-0539EC103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DB39A-F849-DF2F-92F9-307D575680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558E1-F5FF-5102-FDB7-2139B856C6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C052A-0481-D0E9-7F73-A70AAF403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1C53FE-277D-DC6D-378D-5FC5C8673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A3CC6-0DA4-7121-0CE7-58D700402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55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EA79F-131A-B9ED-9AC4-464EABD7F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FB903-E18C-15BF-3114-0B825A633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BEBF36-8EEE-CF46-6621-A993531191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AF652A-EA07-4C73-2EC5-81E6934B11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47271B-901F-D87D-9DE4-81D0234433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827C30-F94B-0075-0AEF-98EB9B91A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9/9/26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AD8750-B7C2-37FA-4EA7-D093C3EEC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EA5AB6-98F9-BD89-B476-EFA9CBD71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63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28A27-131F-B49D-9898-E095F1A14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E4ABBF-F2A9-5EF9-004D-4A65DFEA6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9/9/26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EB85FC-F1E4-6650-3EF0-24012D353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482D8E-1BBC-0E23-7139-380BDE608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3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9DDC3E-5856-2EA2-6CAD-BBFAF3BD8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9/9/26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A8C4C3-F675-BB61-DDC9-B7B80DAB1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ED668-F772-87A6-5338-74E4CCB3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246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2BCE6-F6B6-ECF1-D9D8-1ABF81DB5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06333-7556-70DC-0636-8FECC90EA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4C527D-FEEB-2766-62EC-FFCF058FD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28EDA0-1A6B-5A16-28FA-8902BAFD1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013D2E-BF86-7B7E-79D7-59CECC861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F99AC-C3F9-F092-7D99-049B54B1B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414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39A0E-002A-7A4A-2926-E362E4BD5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BF30D5-74C7-EF6B-D0B9-DE277EADAE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D016F3-E7F8-1E3F-BC5A-062264854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0C932-2F9F-1437-5432-8B6F514D1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E7CEE-BB7C-5C81-45B1-EBAC0B75E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1AEB67-413D-105A-AA87-B64750680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444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7008E-AD0E-8341-89C4-1EB3981E7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B6330C-D161-069A-CB1D-C83F26F1F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F0D09-E26E-1280-20E3-06D95FC0B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254FF-A248-D900-6CA0-01BDD502E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8A00A-7D47-5849-A529-56C0BA7C9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847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779D8D-B189-5F1D-5ACD-6304943B21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7D7F0E-9BF7-3D75-1EC2-C9CECAAFE1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80C62-5DEC-DA19-61BD-DF895728A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773FD-08FC-108C-018F-60A4B0D51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E3C32-7E11-7908-6933-9B4D181A4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301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6437F1-301D-2643-8EA9-3F98FAC97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4DA8C-08B9-756E-54EE-0E94A622F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A486E-B2F4-F723-0DED-7DB96A2D20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9F9635-12D6-CA48-83F0-27F24E8721A6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5834-2977-1D2A-FB07-19D70F4B03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ADDD7-FC5B-601B-F009-1E7597FA9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85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org&amp;utm_campaign=parser&amp;utm_content=thumbnai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org&amp;utm_campaign=parser&amp;utm_content=thumbnai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org&amp;utm_campaign=parser&amp;utm_content=thumbnail_unscaled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org&amp;utm_campaign=parser&amp;utm_content=thumbnai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org&amp;utm_campaign=parser&amp;utm_content=thumbnail"/><Relationship Id="rId2" Type="http://schemas.openxmlformats.org/officeDocument/2006/relationships/image" Target="../media/image5.org&amp;utm_campaign=parser&amp;utm_content=thumbnai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4407D-D12A-4EB5-3D45-394B55614B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CMPT 383</a:t>
            </a:r>
            <a:br>
              <a:rPr lang="en-US" dirty="0"/>
            </a:br>
            <a:r>
              <a:rPr lang="en-US" dirty="0"/>
              <a:t>Comparative Programming Languages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69060A-1B94-C5E8-1A39-5721CC58FD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Surrey</a:t>
            </a:r>
          </a:p>
          <a:p>
            <a:r>
              <a:rPr lang="en-US" dirty="0"/>
              <a:t>Fall 2026</a:t>
            </a:r>
          </a:p>
        </p:txBody>
      </p:sp>
    </p:spTree>
    <p:extLst>
      <p:ext uri="{BB962C8B-B14F-4D97-AF65-F5344CB8AC3E}">
        <p14:creationId xmlns:p14="http://schemas.microsoft.com/office/powerpoint/2010/main" val="917661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736E0-3BA2-3C80-3275-9F819EE0B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D92EC-EF6B-87D9-B8C2-4378B9BB5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course compares these programming languages:</a:t>
            </a:r>
          </a:p>
          <a:p>
            <a:pPr marL="0" indent="0">
              <a:buNone/>
            </a:pPr>
            <a:r>
              <a:rPr lang="en-US" b="1" dirty="0"/>
              <a:t>Python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Racket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Haskell</a:t>
            </a:r>
          </a:p>
        </p:txBody>
      </p:sp>
    </p:spTree>
    <p:extLst>
      <p:ext uri="{BB962C8B-B14F-4D97-AF65-F5344CB8AC3E}">
        <p14:creationId xmlns:p14="http://schemas.microsoft.com/office/powerpoint/2010/main" val="3882066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513B5-61B2-A43B-29CE-9E7B135A4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1CDDB-71CE-EE63-21C4-50A1E5D88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387C5-BE2D-B798-55FA-B10E30FF4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course compares these programming languages:</a:t>
            </a:r>
          </a:p>
          <a:p>
            <a:pPr marL="0" indent="0">
              <a:buNone/>
            </a:pPr>
            <a:r>
              <a:rPr lang="en-US" b="1" dirty="0"/>
              <a:t>Python</a:t>
            </a:r>
          </a:p>
          <a:p>
            <a:pPr lvl="1"/>
            <a:r>
              <a:rPr lang="en-US" dirty="0"/>
              <a:t>Advanced features of one of the most popular programming languages ever.</a:t>
            </a:r>
          </a:p>
          <a:p>
            <a:pPr marL="0" indent="0">
              <a:buNone/>
            </a:pPr>
            <a:r>
              <a:rPr lang="en-US" b="1" dirty="0"/>
              <a:t>Racket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Haskell</a:t>
            </a:r>
          </a:p>
        </p:txBody>
      </p:sp>
    </p:spTree>
    <p:extLst>
      <p:ext uri="{BB962C8B-B14F-4D97-AF65-F5344CB8AC3E}">
        <p14:creationId xmlns:p14="http://schemas.microsoft.com/office/powerpoint/2010/main" val="818948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1B961-500C-6B42-0511-5A9CB67A0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94F40-6E5E-C2B8-182C-74CB55003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5B689-9105-7349-C1B4-A0457F81D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course compares these programming languages:</a:t>
            </a:r>
          </a:p>
          <a:p>
            <a:pPr marL="0" indent="0">
              <a:buNone/>
            </a:pPr>
            <a:r>
              <a:rPr lang="en-US" b="1" dirty="0"/>
              <a:t>Python</a:t>
            </a:r>
          </a:p>
          <a:p>
            <a:pPr lvl="1"/>
            <a:r>
              <a:rPr lang="en-US" dirty="0"/>
              <a:t>Advanced features of one of the most popular programming languages ever.</a:t>
            </a:r>
          </a:p>
          <a:p>
            <a:pPr marL="0" indent="0">
              <a:buNone/>
            </a:pPr>
            <a:r>
              <a:rPr lang="en-US" b="1" dirty="0"/>
              <a:t>Racket</a:t>
            </a:r>
          </a:p>
          <a:p>
            <a:pPr lvl="1"/>
            <a:r>
              <a:rPr lang="en-US" dirty="0"/>
              <a:t>A version of LISP, an influential language first created in the 1950s. The programs are lists!</a:t>
            </a:r>
          </a:p>
          <a:p>
            <a:pPr marL="0" indent="0">
              <a:buNone/>
            </a:pPr>
            <a:r>
              <a:rPr lang="en-US" b="1" dirty="0"/>
              <a:t>Haskell</a:t>
            </a:r>
          </a:p>
        </p:txBody>
      </p:sp>
    </p:spTree>
    <p:extLst>
      <p:ext uri="{BB962C8B-B14F-4D97-AF65-F5344CB8AC3E}">
        <p14:creationId xmlns:p14="http://schemas.microsoft.com/office/powerpoint/2010/main" val="1089380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F2DC3-46D0-AC2E-4968-0557ECD60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1C3B9-A057-A08A-5E5D-895D56C93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1FFAB-44E6-7E7E-C201-4EA5E13A1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course compares these programming languages:</a:t>
            </a:r>
          </a:p>
          <a:p>
            <a:pPr marL="0" indent="0">
              <a:buNone/>
            </a:pPr>
            <a:r>
              <a:rPr lang="en-US" b="1" dirty="0"/>
              <a:t>Python</a:t>
            </a:r>
          </a:p>
          <a:p>
            <a:pPr lvl="1"/>
            <a:r>
              <a:rPr lang="en-US" dirty="0"/>
              <a:t>Advanced features of one of the most popular programming languages ever.</a:t>
            </a:r>
          </a:p>
          <a:p>
            <a:pPr marL="0" indent="0">
              <a:buNone/>
            </a:pPr>
            <a:r>
              <a:rPr lang="en-US" b="1" dirty="0"/>
              <a:t>Racket</a:t>
            </a:r>
          </a:p>
          <a:p>
            <a:pPr lvl="1"/>
            <a:r>
              <a:rPr lang="en-US" dirty="0"/>
              <a:t>A version of LISP, an influential language first created in the 1950s. The programs are lists!</a:t>
            </a:r>
          </a:p>
          <a:p>
            <a:pPr marL="0" indent="0">
              <a:buNone/>
            </a:pPr>
            <a:r>
              <a:rPr lang="en-US" b="1" dirty="0"/>
              <a:t>Haskell</a:t>
            </a:r>
          </a:p>
          <a:p>
            <a:pPr lvl="1"/>
            <a:r>
              <a:rPr lang="en-US" dirty="0"/>
              <a:t>An elegant language that is similar spirit to LISP, but adds static type checking. Packed with all kind of interesting ideas.</a:t>
            </a:r>
          </a:p>
        </p:txBody>
      </p:sp>
    </p:spTree>
    <p:extLst>
      <p:ext uri="{BB962C8B-B14F-4D97-AF65-F5344CB8AC3E}">
        <p14:creationId xmlns:p14="http://schemas.microsoft.com/office/powerpoint/2010/main" val="1837298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68DEA-F084-80EB-E9BF-E246AED6E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9A91B-1AF2-5860-51B3-0F9613771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Throughout the semester there are 3 in-class 30-minute closed-book quizzes about the most recent course topics.</a:t>
            </a:r>
          </a:p>
          <a:p>
            <a:pPr lvl="1"/>
            <a:r>
              <a:rPr lang="en-US" dirty="0"/>
              <a:t>You must do these in-person.</a:t>
            </a:r>
          </a:p>
          <a:p>
            <a:pPr lvl="1"/>
            <a:r>
              <a:rPr lang="en-US" dirty="0"/>
              <a:t>If you miss one for </a:t>
            </a:r>
            <a:r>
              <a:rPr lang="en-US" b="1" dirty="0"/>
              <a:t>any reason</a:t>
            </a:r>
            <a:r>
              <a:rPr lang="en-US" dirty="0"/>
              <a:t>, your %-score on the final exam will replace the %-score of the missed quiz.</a:t>
            </a:r>
          </a:p>
          <a:p>
            <a:pPr lvl="1"/>
            <a:r>
              <a:rPr lang="en-US" dirty="0"/>
              <a:t>Similarly, if your %-score on the final is higher than a %-score on a quiz, we’ll replace that quiz with the final %-score.</a:t>
            </a:r>
          </a:p>
          <a:p>
            <a:pPr marL="0" indent="0">
              <a:buNone/>
            </a:pPr>
            <a:r>
              <a:rPr lang="en-US" dirty="0"/>
              <a:t>The final exam is 3 hours and covers the entire course.</a:t>
            </a:r>
          </a:p>
        </p:txBody>
      </p:sp>
    </p:spTree>
    <p:extLst>
      <p:ext uri="{BB962C8B-B14F-4D97-AF65-F5344CB8AC3E}">
        <p14:creationId xmlns:p14="http://schemas.microsoft.com/office/powerpoint/2010/main" val="2285235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93AA8-5131-DE9F-1359-60C129813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3FEA7-1D34-8F7B-AA26-9DACC9D2A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068ED-BB18-52BE-8612-9CB7157D0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There are </a:t>
            </a:r>
            <a:r>
              <a:rPr lang="en-US" b="1" dirty="0"/>
              <a:t>no</a:t>
            </a:r>
            <a:r>
              <a:rPr lang="en-US" dirty="0"/>
              <a:t> assignments or projects worth any marks</a:t>
            </a:r>
          </a:p>
          <a:p>
            <a:pPr lvl="1"/>
            <a:r>
              <a:rPr lang="en-US" dirty="0"/>
              <a:t>But we will publish problem sets</a:t>
            </a:r>
          </a:p>
          <a:p>
            <a:pPr lvl="1"/>
            <a:r>
              <a:rPr lang="en-US" dirty="0"/>
              <a:t>If you </a:t>
            </a:r>
            <a:r>
              <a:rPr lang="en-US" b="1" dirty="0"/>
              <a:t>don’t</a:t>
            </a:r>
            <a:r>
              <a:rPr lang="en-US" dirty="0"/>
              <a:t> do the problem sets, you may fail the quizzes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885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03630-C11A-B79D-B4D2-99CA8CAD5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the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84B77-0FD8-D56A-EE91-0F618FDAF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Linux</a:t>
            </a:r>
            <a:r>
              <a:rPr lang="en-US" dirty="0"/>
              <a:t> is probably the easiest way to get install and use all the languages in this course.</a:t>
            </a:r>
          </a:p>
          <a:p>
            <a:r>
              <a:rPr lang="en-US" b="1" dirty="0"/>
              <a:t>VS Code</a:t>
            </a:r>
            <a:r>
              <a:rPr lang="en-US" dirty="0"/>
              <a:t> has helpful plug-ins for most languages.</a:t>
            </a:r>
          </a:p>
          <a:p>
            <a:r>
              <a:rPr lang="en-US" dirty="0"/>
              <a:t>Use AI as a tool to help your learn, but not to do your learning for you</a:t>
            </a:r>
          </a:p>
        </p:txBody>
      </p:sp>
    </p:spTree>
    <p:extLst>
      <p:ext uri="{BB962C8B-B14F-4D97-AF65-F5344CB8AC3E}">
        <p14:creationId xmlns:p14="http://schemas.microsoft.com/office/powerpoint/2010/main" val="3378692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D45D1-5226-3CB9-3B03-D80B2E378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ECB42-D40A-B3B5-58D9-08867EB72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8AC56-E7BF-C483-FD5A-73282855C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We’ll use regular Python … make sure you use a recent version (e.g. from this year).</a:t>
            </a:r>
          </a:p>
          <a:p>
            <a:r>
              <a:rPr lang="en-US" dirty="0"/>
              <a:t>We assume you know basic Python already.</a:t>
            </a:r>
          </a:p>
          <a:p>
            <a:r>
              <a:rPr lang="en-US" dirty="0"/>
              <a:t>We will investigate a variety of more advanced features</a:t>
            </a:r>
          </a:p>
        </p:txBody>
      </p:sp>
    </p:spTree>
    <p:extLst>
      <p:ext uri="{BB962C8B-B14F-4D97-AF65-F5344CB8AC3E}">
        <p14:creationId xmlns:p14="http://schemas.microsoft.com/office/powerpoint/2010/main" val="1714044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EBF03-4170-EF7C-985D-B978BD6B9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4544B-482A-87B2-138B-2BBCD69AB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ACE95-D459-2473-BBA8-DC3C2BFF3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Python was first released in 1991 … here’s what else was happening at that time …</a:t>
            </a:r>
          </a:p>
        </p:txBody>
      </p:sp>
    </p:spTree>
    <p:extLst>
      <p:ext uri="{BB962C8B-B14F-4D97-AF65-F5344CB8AC3E}">
        <p14:creationId xmlns:p14="http://schemas.microsoft.com/office/powerpoint/2010/main" val="2598496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65E68-B099-28EA-8CDC-50BE56681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1991: Top 10 Movies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47EB9EF-1B24-C927-B6E2-1BE0D1D10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323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70F2A-C3FE-471F-6691-1431F7B03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B7070-A0DC-4C5B-3FD9-CCFF8DECB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1991: Top 10 Movies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FCC852E-F786-F0E4-2F6D-51ADEE2251E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4520" y="1461294"/>
          <a:ext cx="7391400" cy="5181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35530">
                  <a:extLst>
                    <a:ext uri="{9D8B030D-6E8A-4147-A177-3AD203B41FA5}">
                      <a16:colId xmlns:a16="http://schemas.microsoft.com/office/drawing/2014/main" val="290143366"/>
                    </a:ext>
                  </a:extLst>
                </a:gridCol>
                <a:gridCol w="6455870">
                  <a:extLst>
                    <a:ext uri="{9D8B030D-6E8A-4147-A177-3AD203B41FA5}">
                      <a16:colId xmlns:a16="http://schemas.microsoft.com/office/drawing/2014/main" val="21230791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800" dirty="0">
                          <a:effectLst/>
                        </a:rPr>
                        <a:t>1</a:t>
                      </a:r>
                      <a:endParaRPr lang="en-CA" sz="2800" b="0" i="0" dirty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sz="2800" dirty="0"/>
                        <a:t>Terminator 2: Judgment Day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1901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800" dirty="0">
                          <a:effectLst/>
                        </a:rPr>
                        <a:t>2</a:t>
                      </a:r>
                      <a:endParaRPr lang="en-CA" sz="2800" b="0" i="0" dirty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sz="2800" dirty="0"/>
                        <a:t>Robin Hood: Prince of Thieves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67053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800">
                          <a:effectLst/>
                        </a:rPr>
                        <a:t>3</a:t>
                      </a:r>
                      <a:endParaRPr lang="en-CA" sz="2800" b="0" i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sz="2800" dirty="0"/>
                        <a:t>Beauty and the Beast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0168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800" dirty="0">
                          <a:effectLst/>
                        </a:rPr>
                        <a:t>4</a:t>
                      </a:r>
                      <a:endParaRPr lang="en-CA" sz="2800" b="0" i="0" dirty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sz="2800" dirty="0"/>
                        <a:t>Hook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8709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800">
                          <a:effectLst/>
                        </a:rPr>
                        <a:t>5</a:t>
                      </a:r>
                      <a:endParaRPr lang="en-CA" sz="2800" b="0" i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sz="2800" dirty="0"/>
                        <a:t>The Silence of the Lambs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957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800" dirty="0">
                          <a:effectLst/>
                        </a:rPr>
                        <a:t>6</a:t>
                      </a:r>
                      <a:endParaRPr lang="en-CA" sz="2800" b="0" i="0" dirty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sz="2800" dirty="0"/>
                        <a:t>JFK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7365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800" dirty="0">
                          <a:effectLst/>
                        </a:rPr>
                        <a:t>7</a:t>
                      </a:r>
                      <a:endParaRPr lang="en-CA" sz="2800" b="0" i="0" dirty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sz="2800" dirty="0"/>
                        <a:t>The Naked Gun 2½: The Smell of Fear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37131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800" dirty="0">
                          <a:effectLst/>
                        </a:rPr>
                        <a:t>8</a:t>
                      </a:r>
                      <a:endParaRPr lang="en-CA" sz="2800" b="0" i="0" dirty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sz="2800" dirty="0"/>
                        <a:t>The Addams Family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3847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800" dirty="0">
                          <a:effectLst/>
                        </a:rPr>
                        <a:t>9</a:t>
                      </a:r>
                      <a:endParaRPr lang="en-CA" sz="2800" b="0" i="0" dirty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sz="2800" dirty="0"/>
                        <a:t>Cape Fear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3781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800" dirty="0">
                          <a:effectLst/>
                        </a:rPr>
                        <a:t>10</a:t>
                      </a:r>
                      <a:endParaRPr lang="en-CA" sz="2800" b="0" i="0" dirty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sz="2800" dirty="0"/>
                        <a:t>Hot Shots!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9537701"/>
                  </a:ext>
                </a:extLst>
              </a:tr>
            </a:tbl>
          </a:graphicData>
        </a:graphic>
      </p:graphicFrame>
      <p:pic>
        <p:nvPicPr>
          <p:cNvPr id="5" name="Picture 4" descr="A human-like figure wearing sunglasses holds a shotgun while on a motorcycle. The tagline reads &quot;It's nothing personal.&quot; followed by the film's title and credits and rating at the bottom.">
            <a:extLst>
              <a:ext uri="{FF2B5EF4-FFF2-40B4-BE49-F238E27FC236}">
                <a16:creationId xmlns:a16="http://schemas.microsoft.com/office/drawing/2014/main" id="{4A34FCB8-5F5D-F88F-124D-E2AD4EB7A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0480" y="291594"/>
            <a:ext cx="4338320" cy="635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791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982FB-DB5D-7D21-59BE-002DB7877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1991: Top 10 Songs</a:t>
            </a:r>
          </a:p>
        </p:txBody>
      </p:sp>
    </p:spTree>
    <p:extLst>
      <p:ext uri="{BB962C8B-B14F-4D97-AF65-F5344CB8AC3E}">
        <p14:creationId xmlns:p14="http://schemas.microsoft.com/office/powerpoint/2010/main" val="345430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4E6CA-7286-B338-238F-23B1C1B49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829D0-D47B-DE24-4D8C-694A30EC1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1991: Top 10 Songs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E348C23-9007-16C3-7F93-9CBE18AD55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666128"/>
              </p:ext>
            </p:extLst>
          </p:nvPr>
        </p:nvGraphicFramePr>
        <p:xfrm>
          <a:off x="543560" y="1776254"/>
          <a:ext cx="5969000" cy="39319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70023">
                  <a:extLst>
                    <a:ext uri="{9D8B030D-6E8A-4147-A177-3AD203B41FA5}">
                      <a16:colId xmlns:a16="http://schemas.microsoft.com/office/drawing/2014/main" val="1860418111"/>
                    </a:ext>
                  </a:extLst>
                </a:gridCol>
                <a:gridCol w="3456817">
                  <a:extLst>
                    <a:ext uri="{9D8B030D-6E8A-4147-A177-3AD203B41FA5}">
                      <a16:colId xmlns:a16="http://schemas.microsoft.com/office/drawing/2014/main" val="4037292346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15493787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CA" sz="1800">
                          <a:effectLst/>
                        </a:rPr>
                        <a:t>1</a:t>
                      </a:r>
                      <a:endParaRPr lang="en-CA" sz="1800" b="0" i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CA" sz="1800" u="none" dirty="0">
                          <a:effectLst/>
                        </a:rPr>
                        <a:t>(Everything I Do) I Do It for You</a:t>
                      </a:r>
                      <a:endParaRPr lang="en-CA" sz="1800" b="0" i="0" u="none" dirty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CA" sz="1800" u="none" strike="noStrike" dirty="0">
                          <a:effectLst/>
                        </a:rPr>
                        <a:t>Bryan Adams</a:t>
                      </a:r>
                      <a:endParaRPr lang="en-CA" sz="1800" b="0" i="0" dirty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8188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CA" sz="1800">
                          <a:effectLst/>
                        </a:rPr>
                        <a:t>2</a:t>
                      </a:r>
                      <a:endParaRPr lang="en-CA" sz="1800" b="0" i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CA" sz="1800" u="none" strike="noStrike" dirty="0">
                          <a:effectLst/>
                        </a:rPr>
                        <a:t>I Wanna Sex You Up</a:t>
                      </a:r>
                      <a:endParaRPr lang="en-CA" sz="1800" b="0" i="0" dirty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CA" sz="1800" u="none" strike="noStrike" dirty="0">
                          <a:effectLst/>
                        </a:rPr>
                        <a:t>Color Me Badd</a:t>
                      </a:r>
                      <a:endParaRPr lang="en-CA" sz="1800" b="0" i="0" dirty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6395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CA" sz="1800">
                          <a:effectLst/>
                        </a:rPr>
                        <a:t>3</a:t>
                      </a:r>
                      <a:endParaRPr lang="en-CA" sz="1800" b="0" i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CA" sz="1800" u="none" strike="noStrike" dirty="0" err="1">
                          <a:effectLst/>
                        </a:rPr>
                        <a:t>Gonna</a:t>
                      </a:r>
                      <a:r>
                        <a:rPr lang="en-CA" sz="1800" u="none" strike="noStrike" dirty="0">
                          <a:effectLst/>
                        </a:rPr>
                        <a:t> Make You Sweat (Everybody Dance Now)</a:t>
                      </a:r>
                      <a:endParaRPr lang="en-CA" sz="1800" b="0" i="0" dirty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CA" sz="1800" u="none" strike="noStrike" dirty="0">
                          <a:effectLst/>
                        </a:rPr>
                        <a:t>C+C Music Factory</a:t>
                      </a:r>
                      <a:endParaRPr lang="en-CA" sz="1800" b="0" i="0" dirty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3298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CA" sz="1800">
                          <a:effectLst/>
                        </a:rPr>
                        <a:t>4</a:t>
                      </a:r>
                      <a:endParaRPr lang="en-CA" sz="1800" b="0" i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CA" sz="1800" u="none" strike="noStrike" dirty="0">
                          <a:effectLst/>
                        </a:rPr>
                        <a:t>Rush Rush</a:t>
                      </a:r>
                      <a:endParaRPr lang="en-CA" sz="1800" b="0" i="0" dirty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CA" sz="1800" u="none" strike="noStrike" dirty="0">
                          <a:effectLst/>
                        </a:rPr>
                        <a:t>Paula Abdul</a:t>
                      </a:r>
                      <a:endParaRPr lang="en-CA" sz="1800" b="0" i="0" dirty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1862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CA" sz="1800">
                          <a:effectLst/>
                        </a:rPr>
                        <a:t>5</a:t>
                      </a:r>
                      <a:endParaRPr lang="en-CA" sz="1800" b="0" i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CA" sz="1800" u="none" strike="noStrike" dirty="0">
                          <a:effectLst/>
                        </a:rPr>
                        <a:t>One More Try</a:t>
                      </a:r>
                      <a:endParaRPr lang="en-CA" sz="1800" b="0" i="0" dirty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CA" sz="1800" u="none" strike="noStrike" dirty="0">
                          <a:effectLst/>
                        </a:rPr>
                        <a:t>Timmy T</a:t>
                      </a:r>
                      <a:endParaRPr lang="en-CA" sz="1800" b="0" i="0" dirty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66599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CA" sz="1800">
                          <a:effectLst/>
                        </a:rPr>
                        <a:t>6</a:t>
                      </a:r>
                      <a:endParaRPr lang="en-CA" sz="1800" b="0" i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CA" sz="1800" u="none" strike="noStrike" dirty="0">
                          <a:effectLst/>
                        </a:rPr>
                        <a:t>Unbelievable</a:t>
                      </a:r>
                      <a:endParaRPr lang="en-CA" sz="1800" b="0" i="0" dirty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CA" sz="1800" u="none" strike="noStrike" dirty="0">
                          <a:effectLst/>
                        </a:rPr>
                        <a:t>EMF</a:t>
                      </a:r>
                      <a:endParaRPr lang="en-CA" sz="1800" b="0" i="0" dirty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032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CA" sz="1800">
                          <a:effectLst/>
                        </a:rPr>
                        <a:t>7</a:t>
                      </a:r>
                      <a:endParaRPr lang="en-CA" sz="1800" b="0" i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CA" sz="1800" u="none" strike="noStrike" dirty="0">
                          <a:effectLst/>
                        </a:rPr>
                        <a:t>More Than Words</a:t>
                      </a:r>
                      <a:endParaRPr lang="en-CA" sz="1800" b="0" i="0" dirty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CA" sz="1800" u="none" strike="noStrike" dirty="0">
                          <a:effectLst/>
                        </a:rPr>
                        <a:t>Extreme</a:t>
                      </a:r>
                      <a:endParaRPr lang="en-CA" sz="1800" b="0" i="0" dirty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74049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CA" sz="1800">
                          <a:effectLst/>
                        </a:rPr>
                        <a:t>8</a:t>
                      </a:r>
                      <a:endParaRPr lang="en-CA" sz="1800" b="0" i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CA" sz="1800" u="none" strike="noStrike" dirty="0">
                          <a:effectLst/>
                        </a:rPr>
                        <a:t>I Like the Way (The Kissing Game)</a:t>
                      </a:r>
                      <a:endParaRPr lang="en-CA" sz="1800" b="0" i="0" dirty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CA" sz="1800" u="none" strike="noStrike" dirty="0">
                          <a:effectLst/>
                        </a:rPr>
                        <a:t>Hi-Five</a:t>
                      </a:r>
                      <a:endParaRPr lang="en-CA" sz="1800" b="0" i="0" dirty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645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CA" sz="1800">
                          <a:effectLst/>
                        </a:rPr>
                        <a:t>9</a:t>
                      </a:r>
                      <a:endParaRPr lang="en-CA" sz="1800" b="0" i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CA" sz="1800" u="none" strike="noStrike" dirty="0">
                          <a:effectLst/>
                        </a:rPr>
                        <a:t>The First Time</a:t>
                      </a:r>
                      <a:endParaRPr lang="en-CA" sz="1800" b="0" i="0" dirty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CA" sz="1800" u="none" strike="noStrike" dirty="0">
                          <a:effectLst/>
                        </a:rPr>
                        <a:t>Surface</a:t>
                      </a:r>
                      <a:endParaRPr lang="en-CA" sz="1800" b="0" i="0" dirty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8518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CA" sz="1800">
                          <a:effectLst/>
                        </a:rPr>
                        <a:t>10</a:t>
                      </a:r>
                      <a:endParaRPr lang="en-CA" sz="1800" b="0" i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CA" sz="1800" u="none" strike="noStrike" dirty="0">
                          <a:effectLst/>
                        </a:rPr>
                        <a:t>Baby Baby</a:t>
                      </a:r>
                      <a:endParaRPr lang="en-CA" sz="1800" b="0" i="0" dirty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CA" sz="1800" u="none" strike="noStrike" dirty="0">
                          <a:effectLst/>
                        </a:rPr>
                        <a:t>Amy Grant</a:t>
                      </a:r>
                      <a:endParaRPr lang="en-CA" sz="1800" b="0" i="0" dirty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613967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8467E06F-E8BB-16A8-ABB2-8E6DAB17F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7860" y="1063308"/>
            <a:ext cx="4941252" cy="4941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96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F9B66-8DD8-F2C1-221C-405B67E0E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1991: Top Home Video Games (US)</a:t>
            </a:r>
          </a:p>
        </p:txBody>
      </p:sp>
    </p:spTree>
    <p:extLst>
      <p:ext uri="{BB962C8B-B14F-4D97-AF65-F5344CB8AC3E}">
        <p14:creationId xmlns:p14="http://schemas.microsoft.com/office/powerpoint/2010/main" val="23303384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66494-22E0-3AED-DD26-A226BA7AB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9C0E6-AF24-DD4A-56BA-E029762EF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1991: Top Home Video Games (US)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B1E2304-4BAC-A55C-9B20-EC5DE439122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720737"/>
          <a:ext cx="7726679" cy="1889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16959">
                  <a:extLst>
                    <a:ext uri="{9D8B030D-6E8A-4147-A177-3AD203B41FA5}">
                      <a16:colId xmlns:a16="http://schemas.microsoft.com/office/drawing/2014/main" val="3244941604"/>
                    </a:ext>
                  </a:extLst>
                </a:gridCol>
                <a:gridCol w="3603825">
                  <a:extLst>
                    <a:ext uri="{9D8B030D-6E8A-4147-A177-3AD203B41FA5}">
                      <a16:colId xmlns:a16="http://schemas.microsoft.com/office/drawing/2014/main" val="2342805258"/>
                    </a:ext>
                  </a:extLst>
                </a:gridCol>
                <a:gridCol w="3505895">
                  <a:extLst>
                    <a:ext uri="{9D8B030D-6E8A-4147-A177-3AD203B41FA5}">
                      <a16:colId xmlns:a16="http://schemas.microsoft.com/office/drawing/2014/main" val="8659698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CA" sz="2800" dirty="0">
                          <a:effectLst/>
                        </a:rPr>
                        <a:t>1</a:t>
                      </a:r>
                      <a:endParaRPr lang="en-CA" sz="2800" b="0" i="0" dirty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CA" sz="2800" u="none" strike="noStrike" dirty="0">
                          <a:effectLst/>
                        </a:rPr>
                        <a:t>Sonic the Hedgehog</a:t>
                      </a:r>
                      <a:endParaRPr lang="en-CA" sz="2800" b="0" i="0" dirty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CA" sz="2800" u="none" strike="noStrike" dirty="0">
                          <a:effectLst/>
                        </a:rPr>
                        <a:t>Sega Genesis</a:t>
                      </a:r>
                      <a:endParaRPr lang="en-CA" sz="2800" b="0" i="0" dirty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5902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CA" sz="2800">
                          <a:effectLst/>
                        </a:rPr>
                        <a:t>2</a:t>
                      </a:r>
                      <a:endParaRPr lang="en-CA" sz="2800" b="0" i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CA" sz="2800" u="none" strike="noStrike" dirty="0">
                          <a:effectLst/>
                        </a:rPr>
                        <a:t>Super Mario World</a:t>
                      </a:r>
                      <a:endParaRPr lang="en-CA" sz="2800" b="0" i="0" dirty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CA" sz="2800" u="none" strike="noStrike" dirty="0">
                          <a:effectLst/>
                        </a:rPr>
                        <a:t>Super Nintendo Entertainment System</a:t>
                      </a:r>
                      <a:endParaRPr lang="en-CA" sz="2800" b="0" i="0" dirty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81925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CA" sz="2800">
                          <a:effectLst/>
                        </a:rPr>
                        <a:t>3</a:t>
                      </a:r>
                      <a:endParaRPr lang="en-CA" sz="2800" b="0" i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CA" sz="2800" u="none" strike="noStrike" dirty="0">
                          <a:effectLst/>
                        </a:rPr>
                        <a:t>F-Zero</a:t>
                      </a:r>
                      <a:endParaRPr lang="en-CA" sz="2800" b="0" i="0" dirty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072659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7CC3ACD0-31CB-432C-5D03-AA9CD85E6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2999" y="1690688"/>
            <a:ext cx="3248795" cy="4689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2129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2BE28-DEF9-E8F1-38DF-725C251C6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1991: Top 10 TV Shows</a:t>
            </a:r>
          </a:p>
        </p:txBody>
      </p:sp>
    </p:spTree>
    <p:extLst>
      <p:ext uri="{BB962C8B-B14F-4D97-AF65-F5344CB8AC3E}">
        <p14:creationId xmlns:p14="http://schemas.microsoft.com/office/powerpoint/2010/main" val="13550490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6F3B7-1D25-59AB-DC94-991DE3F14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039DD-E1A8-AAE5-93C9-BEC7E575A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1991: Top 10 TV Shows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0880E84-D7E6-F7AA-320C-924EC072D81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640840" y="1565275"/>
          <a:ext cx="3835400" cy="5029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46760">
                  <a:extLst>
                    <a:ext uri="{9D8B030D-6E8A-4147-A177-3AD203B41FA5}">
                      <a16:colId xmlns:a16="http://schemas.microsoft.com/office/drawing/2014/main" val="2046485726"/>
                    </a:ext>
                  </a:extLst>
                </a:gridCol>
                <a:gridCol w="3088640">
                  <a:extLst>
                    <a:ext uri="{9D8B030D-6E8A-4147-A177-3AD203B41FA5}">
                      <a16:colId xmlns:a16="http://schemas.microsoft.com/office/drawing/2014/main" val="36288256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CA" sz="2400">
                          <a:effectLst/>
                        </a:rPr>
                        <a:t>1</a:t>
                      </a:r>
                      <a:endParaRPr lang="en-CA" sz="2400" b="0" i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CA" sz="2400" u="none" strike="noStrike" dirty="0">
                          <a:effectLst/>
                        </a:rPr>
                        <a:t>60 Minutes</a:t>
                      </a:r>
                      <a:endParaRPr lang="en-CA" sz="2400" b="0" i="0" dirty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3898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CA" sz="2400">
                          <a:effectLst/>
                        </a:rPr>
                        <a:t>2</a:t>
                      </a:r>
                      <a:endParaRPr lang="en-CA" sz="2400" b="0" i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CA" sz="2400" u="none" strike="noStrike" dirty="0">
                          <a:effectLst/>
                        </a:rPr>
                        <a:t>Roseanne</a:t>
                      </a:r>
                      <a:endParaRPr lang="en-CA" sz="2400" b="0" i="0" dirty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51638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CA" sz="2400">
                          <a:effectLst/>
                        </a:rPr>
                        <a:t>3</a:t>
                      </a:r>
                      <a:endParaRPr lang="en-CA" sz="2400" b="0" i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CA" sz="2400" u="none" strike="noStrike" dirty="0">
                          <a:effectLst/>
                        </a:rPr>
                        <a:t>Murphy Brown</a:t>
                      </a:r>
                      <a:endParaRPr lang="en-CA" sz="2400" b="0" i="0" dirty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9863434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CA" sz="2400">
                          <a:effectLst/>
                        </a:rPr>
                        <a:t>4</a:t>
                      </a:r>
                      <a:endParaRPr lang="en-CA" sz="2400" b="0" i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CA" sz="2400" u="none" strike="noStrike" dirty="0">
                          <a:effectLst/>
                        </a:rPr>
                        <a:t>Cheers</a:t>
                      </a:r>
                      <a:endParaRPr lang="en-CA" sz="2400" b="0" i="0" dirty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327137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CA" sz="2400" u="none" strike="noStrike" dirty="0">
                          <a:effectLst/>
                        </a:rPr>
                        <a:t>Home Improvement</a:t>
                      </a:r>
                      <a:endParaRPr lang="en-CA" sz="2400" b="0" i="0" dirty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9508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CA" sz="2400">
                          <a:effectLst/>
                        </a:rPr>
                        <a:t>6</a:t>
                      </a:r>
                      <a:endParaRPr lang="en-CA" sz="2400" b="0" i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CA" sz="2400" u="none" strike="noStrike" dirty="0">
                          <a:effectLst/>
                        </a:rPr>
                        <a:t>Designing Women</a:t>
                      </a:r>
                      <a:endParaRPr lang="en-CA" sz="2400" b="0" i="0" dirty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2215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CA" sz="2400">
                          <a:effectLst/>
                        </a:rPr>
                        <a:t>7</a:t>
                      </a:r>
                      <a:endParaRPr lang="en-CA" sz="2400" b="0" i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CA" sz="2400" u="none" strike="noStrike" dirty="0">
                          <a:effectLst/>
                        </a:rPr>
                        <a:t>Full House</a:t>
                      </a:r>
                      <a:endParaRPr lang="en-CA" sz="2400" b="0" i="0" dirty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4027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CA" sz="2400">
                          <a:effectLst/>
                        </a:rPr>
                        <a:t>8</a:t>
                      </a:r>
                      <a:endParaRPr lang="en-CA" sz="2400" b="0" i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CA" sz="2400" u="none" strike="noStrike" dirty="0">
                          <a:effectLst/>
                        </a:rPr>
                        <a:t>Murder, She Wrote</a:t>
                      </a:r>
                      <a:endParaRPr lang="en-CA" sz="2400" b="0" i="0" dirty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333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CA" sz="2400">
                          <a:effectLst/>
                        </a:rPr>
                        <a:t>9</a:t>
                      </a:r>
                      <a:endParaRPr lang="en-CA" sz="2400" b="0" i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CA" sz="2400" u="none" strike="noStrike" dirty="0">
                          <a:effectLst/>
                        </a:rPr>
                        <a:t>Major Dad</a:t>
                      </a:r>
                      <a:endParaRPr lang="en-CA" sz="2400" b="0" i="0" dirty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031260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CA" sz="2400">
                          <a:effectLst/>
                        </a:rPr>
                        <a:t>10</a:t>
                      </a:r>
                      <a:endParaRPr lang="en-CA" sz="2400" b="0" i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CA" sz="2400" u="none" strike="noStrike" dirty="0">
                          <a:effectLst/>
                        </a:rPr>
                        <a:t>Coach</a:t>
                      </a:r>
                      <a:endParaRPr lang="en-CA" sz="2400" b="0" i="0" dirty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78253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CA" sz="2400" u="none" strike="noStrike" dirty="0">
                          <a:effectLst/>
                        </a:rPr>
                        <a:t>Room for Two</a:t>
                      </a:r>
                      <a:endParaRPr lang="en-CA" sz="2400" b="0" i="0" dirty="0">
                        <a:solidFill>
                          <a:srgbClr val="2021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6147365"/>
                  </a:ext>
                </a:extLst>
              </a:tr>
            </a:tbl>
          </a:graphicData>
        </a:graphic>
      </p:graphicFrame>
      <p:pic>
        <p:nvPicPr>
          <p:cNvPr id="5" name="Picture 4" descr="The phrase &quot;60 MINUTES&quot; in Square 721 extended typeface with 2020 CBS News logo above the phrase.">
            <a:extLst>
              <a:ext uri="{FF2B5EF4-FFF2-40B4-BE49-F238E27FC236}">
                <a16:creationId xmlns:a16="http://schemas.microsoft.com/office/drawing/2014/main" id="{E4EEC15C-6219-BB34-7915-E7D080773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1465579"/>
            <a:ext cx="4552950" cy="3569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1339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33B7E-34C4-5E3D-BBB0-EB4B61E3D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1991: Major Stories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B8FC8-E36F-F5C6-285D-7FB214F13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April</a:t>
            </a:r>
            <a:r>
              <a:rPr lang="en-US" dirty="0"/>
              <a:t>: The Persian Gulf War Ends (invasion of Kuwait by Iraq)</a:t>
            </a:r>
          </a:p>
          <a:p>
            <a:r>
              <a:rPr lang="en-US" b="1" dirty="0"/>
              <a:t>September</a:t>
            </a:r>
            <a:r>
              <a:rPr lang="en-US" dirty="0"/>
              <a:t>: student Linus Torvalds releases the Linux operating system kernel</a:t>
            </a:r>
          </a:p>
          <a:p>
            <a:r>
              <a:rPr lang="en-US" b="1" dirty="0"/>
              <a:t>December</a:t>
            </a:r>
            <a:r>
              <a:rPr lang="en-US" dirty="0"/>
              <a:t>: The USSR dissolved as a country</a:t>
            </a:r>
          </a:p>
          <a:p>
            <a:r>
              <a:rPr lang="en-US" dirty="0"/>
              <a:t>US National Science Foundation lifts commercial restrictions on use of the Internet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0831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111DA-7F92-CE61-7996-DAF284BB3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346BA-7045-BA5F-761D-334BD2B8F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5236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First released: 1991</a:t>
            </a:r>
          </a:p>
          <a:p>
            <a:pPr marL="0" indent="0">
              <a:buNone/>
            </a:pPr>
            <a:r>
              <a:rPr lang="en-US" dirty="0"/>
              <a:t>Original Designer: Guido Van Rossum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Python emphasizes code readability, simplicity, and ease-of-programming.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Python is </a:t>
            </a:r>
            <a:r>
              <a:rPr lang="en-US" b="1" dirty="0"/>
              <a:t>dynamically typed</a:t>
            </a:r>
            <a:r>
              <a:rPr lang="en-US" dirty="0"/>
              <a:t>, and has </a:t>
            </a:r>
            <a:r>
              <a:rPr lang="en-US" b="1" dirty="0"/>
              <a:t>optional static typing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048353-763D-5EA9-1420-E9C93E77D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9190" y="1497965"/>
            <a:ext cx="3175000" cy="4229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026958-F7EA-9646-3B7D-73714A2DA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4330" y="170657"/>
            <a:ext cx="1587500" cy="158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426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73E2E-104E-1069-6F22-C83CBB8F0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Typing vs Static Typing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33D6EA-A202-834C-57B0-5A5FDE9B88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sz="2800" dirty="0"/>
              <a:t>Dynamic Typing</a:t>
            </a:r>
            <a:br>
              <a:rPr lang="en-US" dirty="0"/>
            </a:br>
            <a:r>
              <a:rPr lang="en-US" sz="1800" b="0" dirty="0"/>
              <a:t>e.g. Python, JavaScript, Racket, …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20FF33-181B-EC51-163A-40EA4AA61A9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Types are checked at </a:t>
            </a:r>
            <a:r>
              <a:rPr lang="en-US" b="1" dirty="0"/>
              <a:t>run time</a:t>
            </a:r>
          </a:p>
          <a:p>
            <a:r>
              <a:rPr lang="en-US" dirty="0"/>
              <a:t>Can be faster to write: no need to explicitly declare types</a:t>
            </a:r>
          </a:p>
          <a:p>
            <a:r>
              <a:rPr lang="en-US" dirty="0"/>
              <a:t>Type errors can occur in “production systems”</a:t>
            </a:r>
          </a:p>
          <a:p>
            <a:r>
              <a:rPr lang="en-US" dirty="0"/>
              <a:t>Typically needs more testing to find bugs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323414-558F-F386-0643-ABA224D63B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0012" cy="823912"/>
          </a:xfrm>
        </p:spPr>
        <p:txBody>
          <a:bodyPr/>
          <a:lstStyle/>
          <a:p>
            <a:pPr algn="ctr"/>
            <a:r>
              <a:rPr lang="en-US" sz="2800" dirty="0"/>
              <a:t>Static Typing</a:t>
            </a:r>
            <a:br>
              <a:rPr lang="en-US" dirty="0"/>
            </a:br>
            <a:r>
              <a:rPr lang="en-US" b="0" dirty="0"/>
              <a:t>e.g. </a:t>
            </a:r>
            <a:r>
              <a:rPr lang="en-US" sz="1800" b="0" dirty="0"/>
              <a:t>C++, Java, Haskell, Rust, …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B96185B-1AB7-8948-3544-C8F6C9AC554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Types are checked at </a:t>
            </a:r>
            <a:r>
              <a:rPr lang="en-US" b="1" dirty="0"/>
              <a:t>compile time</a:t>
            </a:r>
          </a:p>
          <a:p>
            <a:r>
              <a:rPr lang="en-US" dirty="0"/>
              <a:t>Often no need to check types at run-time</a:t>
            </a:r>
          </a:p>
          <a:p>
            <a:r>
              <a:rPr lang="en-US" dirty="0"/>
              <a:t>Types in source code can harm readability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3738FC-F301-A779-A0EB-0EE2EA25C7BC}"/>
              </a:ext>
            </a:extLst>
          </p:cNvPr>
          <p:cNvSpPr txBox="1"/>
          <p:nvPr/>
        </p:nvSpPr>
        <p:spPr>
          <a:xfrm>
            <a:off x="7252653" y="5268912"/>
            <a:ext cx="4277360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Many programmers have strong opinions on static vs dynamic type. Dynamic typing can be better for prototyping or short scripts, while static typing is generally better for big programs.</a:t>
            </a:r>
          </a:p>
        </p:txBody>
      </p:sp>
    </p:spTree>
    <p:extLst>
      <p:ext uri="{BB962C8B-B14F-4D97-AF65-F5344CB8AC3E}">
        <p14:creationId xmlns:p14="http://schemas.microsoft.com/office/powerpoint/2010/main" val="39709192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46ADB13-FFD1-A81F-F201-D16FAE9F9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Typing vs Static Typing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62B180E-F088-40F3-5E20-6C13545A9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Some languages are moving to a </a:t>
            </a:r>
            <a:r>
              <a:rPr lang="en-US" b="1" dirty="0"/>
              <a:t>middle ground of typing</a:t>
            </a:r>
            <a:r>
              <a:rPr lang="en-US" dirty="0"/>
              <a:t> …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Some dynamic languages have optional static types, e.g. Python and TypeScript both allow --- but don’t require --- programmers to specify types for variables, functions, etc.</a:t>
            </a:r>
          </a:p>
          <a:p>
            <a:r>
              <a:rPr lang="en-US" dirty="0"/>
              <a:t>Some statically type languages provide </a:t>
            </a:r>
            <a:r>
              <a:rPr lang="en-US" b="1" dirty="0"/>
              <a:t>inference rules </a:t>
            </a:r>
            <a:r>
              <a:rPr lang="en-US" dirty="0"/>
              <a:t>to automatically infer types without the user explicitly typing them</a:t>
            </a:r>
          </a:p>
          <a:p>
            <a:pPr lvl="1"/>
            <a:r>
              <a:rPr lang="en-US" dirty="0"/>
              <a:t>e.g. Haskell, Rust, even C++ (e.g.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auto</a:t>
            </a:r>
            <a:r>
              <a:rPr lang="en-US" dirty="0"/>
              <a:t> keyword)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5141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081ED-F004-C55C-64F3-E5132B5F5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Zen of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6CDED-C118-8378-7D75-4A45326BD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&gt;&gt;&gt; import this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The Zen of Python, by Tim Peters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Beautiful is better than ugly.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Explicit is better than implicit.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Simple is better than complex.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Complex is better than complicated.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Flat is better than nested.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Sparse is better than dense.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Readability counts.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Special cases aren't special enough to break the rules.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Although practicality beats purity.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Errors should never pass silently.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Unless explicitly silenced.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In the face of ambiguity, refuse the temptation to guess.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There should be one-- and preferably only one --obvious way to do it.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Although that way may not be obvious at first unless you're Dutch.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Now is better than never.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Although never is often better than *right* now.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If the implementation is hard to explain, it's a bad idea.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If the implementation is easy to explain, it may be a good idea.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Namespaces are one honking great idea -- let's do more of those!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13F5FF-99D9-6712-2AAD-9B68FF1955B7}"/>
              </a:ext>
            </a:extLst>
          </p:cNvPr>
          <p:cNvSpPr txBox="1"/>
          <p:nvPr/>
        </p:nvSpPr>
        <p:spPr>
          <a:xfrm>
            <a:off x="6246813" y="1690688"/>
            <a:ext cx="427736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you type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import this </a:t>
            </a:r>
            <a:r>
              <a:rPr lang="en-US" dirty="0"/>
              <a:t>into the Python interpreter, you get a list of aphorisms …</a:t>
            </a:r>
          </a:p>
        </p:txBody>
      </p:sp>
    </p:spTree>
    <p:extLst>
      <p:ext uri="{BB962C8B-B14F-4D97-AF65-F5344CB8AC3E}">
        <p14:creationId xmlns:p14="http://schemas.microsoft.com/office/powerpoint/2010/main" val="16074721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4AB70-6983-E75A-5DE7-D84C5E274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Python’s Name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AAC666-90C7-3B5C-DA7C-89FCE6F5C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How did </a:t>
                </a:r>
                <a:r>
                  <a:rPr lang="en-US" b="1" dirty="0"/>
                  <a:t>Python</a:t>
                </a:r>
                <a:r>
                  <a:rPr lang="en-US" dirty="0"/>
                  <a:t> get it’s name?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514350" indent="-514350">
                  <a:buAutoNum type="alphaLcParenR"/>
                </a:pPr>
                <a:r>
                  <a:rPr lang="en-US" dirty="0"/>
                  <a:t>It’s named after the snake</a:t>
                </a:r>
              </a:p>
              <a:p>
                <a:pPr marL="514350" indent="-514350">
                  <a:buAutoNum type="alphaLcParenR"/>
                </a:pPr>
                <a:r>
                  <a:rPr lang="en-US" dirty="0"/>
                  <a:t>It’s a textual way to write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-thon</a:t>
                </a:r>
              </a:p>
              <a:p>
                <a:pPr marL="514350" indent="-514350">
                  <a:buAutoNum type="alphaLcParenR"/>
                </a:pPr>
                <a:r>
                  <a:rPr lang="en-US" dirty="0"/>
                  <a:t>It’s such a sweet language to use, that it is like a “pie eating marathon”, shorten to “pie marathon” </a:t>
                </a:r>
                <a:r>
                  <a:rPr lang="en-US" dirty="0">
                    <a:sym typeface="Wingdings" pitchFamily="2" charset="2"/>
                  </a:rPr>
                  <a:t></a:t>
                </a:r>
                <a:r>
                  <a:rPr lang="en-US" dirty="0"/>
                  <a:t> “pie-</a:t>
                </a:r>
                <a:r>
                  <a:rPr lang="en-US" dirty="0" err="1"/>
                  <a:t>athon</a:t>
                </a:r>
                <a:r>
                  <a:rPr lang="en-US" dirty="0"/>
                  <a:t>” </a:t>
                </a:r>
                <a:r>
                  <a:rPr lang="en-US" dirty="0">
                    <a:sym typeface="Wingdings" pitchFamily="2" charset="2"/>
                  </a:rPr>
                  <a:t> Python</a:t>
                </a:r>
                <a:endParaRPr lang="en-US" dirty="0"/>
              </a:p>
              <a:p>
                <a:pPr marL="514350" indent="-514350">
                  <a:buAutoNum type="alphaLcParenR"/>
                </a:pPr>
                <a:r>
                  <a:rPr lang="en-US" dirty="0"/>
                  <a:t>It’s named after the Monty Python comedy group from the 1970s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AAC666-90C7-3B5C-DA7C-89FCE6F5C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r="-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0006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4e8677e-c989-47b9-8619-d83d5a5f6c67}" enabled="0" method="" siteId="{04e8677e-c989-47b9-8619-d83d5a5f6c6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360</TotalTime>
  <Words>1162</Words>
  <Application>Microsoft Macintosh PowerPoint</Application>
  <PresentationFormat>Widescreen</PresentationFormat>
  <Paragraphs>179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Aptos Display</vt:lpstr>
      <vt:lpstr>Arial</vt:lpstr>
      <vt:lpstr>Cambria Math</vt:lpstr>
      <vt:lpstr>Consolas</vt:lpstr>
      <vt:lpstr>Wingdings</vt:lpstr>
      <vt:lpstr>Office Theme</vt:lpstr>
      <vt:lpstr>CMPT 383 Comparative Programming Languages</vt:lpstr>
      <vt:lpstr>Introduction</vt:lpstr>
      <vt:lpstr>Introduction</vt:lpstr>
      <vt:lpstr>Introduction</vt:lpstr>
      <vt:lpstr>Introduction</vt:lpstr>
      <vt:lpstr>Marking</vt:lpstr>
      <vt:lpstr>Marking</vt:lpstr>
      <vt:lpstr>Installing the Languages</vt:lpstr>
      <vt:lpstr>Python</vt:lpstr>
      <vt:lpstr>Python</vt:lpstr>
      <vt:lpstr>1991: Top 10 Movies</vt:lpstr>
      <vt:lpstr>1991: Top 10 Movies</vt:lpstr>
      <vt:lpstr>1991: Top 10 Songs</vt:lpstr>
      <vt:lpstr>1991: Top 10 Songs</vt:lpstr>
      <vt:lpstr>1991: Top Home Video Games (US)</vt:lpstr>
      <vt:lpstr>1991: Top Home Video Games (US)</vt:lpstr>
      <vt:lpstr>1991: Top 10 TV Shows</vt:lpstr>
      <vt:lpstr>1991: Top 10 TV Shows</vt:lpstr>
      <vt:lpstr>1991: Major Stories</vt:lpstr>
      <vt:lpstr>Python</vt:lpstr>
      <vt:lpstr>Dynamic Typing vs Static Typing </vt:lpstr>
      <vt:lpstr>Dynamic Typing vs Static Typing </vt:lpstr>
      <vt:lpstr>The Zen of Python</vt:lpstr>
      <vt:lpstr>Python’s Name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dcterms:created xsi:type="dcterms:W3CDTF">2026-05-12T03:18:48Z</dcterms:created>
  <dcterms:modified xsi:type="dcterms:W3CDTF">2026-09-09T17:09:35Z</dcterms:modified>
</cp:coreProperties>
</file>